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gHo Oh/President/Japan R&amp;D Lab(changho.oh@lge.com)" initials="CORL" lastIdx="1" clrIdx="0">
    <p:extLst>
      <p:ext uri="{19B8F6BF-5375-455C-9EA6-DF929625EA0E}">
        <p15:presenceInfo xmlns:p15="http://schemas.microsoft.com/office/powerpoint/2012/main" userId="S-1-5-21-2543426832-1914326140-3112152631-27196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807" autoAdjust="0"/>
    <p:restoredTop sz="94660"/>
  </p:normalViewPr>
  <p:slideViewPr>
    <p:cSldViewPr snapToGrid="0">
      <p:cViewPr>
        <p:scale>
          <a:sx n="75" d="100"/>
          <a:sy n="75" d="100"/>
        </p:scale>
        <p:origin x="1349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smtClean="0"/>
              <a:t>マスター サブタイトルの書式設定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73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4810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52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433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609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9140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0696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987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33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7386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566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mtClean="0"/>
              <a:t>マスター タイトルの書式設定</a:t>
            </a:r>
            <a:endParaRPr lang="ko-KR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ko-KR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86F7C-108D-4FD0-94D5-F5ECCED5D403}" type="datetimeFigureOut">
              <a:rPr lang="ko-KR" altLang="en-US" smtClean="0"/>
              <a:t>2024-07-31</a:t>
            </a:fld>
            <a:endParaRPr lang="ko-KR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913866-81C9-4275-A5CE-31B84F021A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8178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/>
        </p:nvSpPr>
        <p:spPr>
          <a:xfrm>
            <a:off x="531066" y="1583882"/>
            <a:ext cx="5093408" cy="203051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                                    Hero 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265407" y="459501"/>
            <a:ext cx="5650302" cy="6228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" name="正方形/長方形 7"/>
          <p:cNvSpPr/>
          <p:nvPr/>
        </p:nvSpPr>
        <p:spPr>
          <a:xfrm>
            <a:off x="400270" y="615467"/>
            <a:ext cx="5380575" cy="346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9" name="正方形/長方形 8"/>
          <p:cNvSpPr/>
          <p:nvPr/>
        </p:nvSpPr>
        <p:spPr>
          <a:xfrm>
            <a:off x="531066" y="679080"/>
            <a:ext cx="392963" cy="225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Logo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5063515" y="673296"/>
            <a:ext cx="560959" cy="225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User Info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394748" y="1485081"/>
            <a:ext cx="5380575" cy="22494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" name="正方形/長方形 19"/>
          <p:cNvSpPr/>
          <p:nvPr/>
        </p:nvSpPr>
        <p:spPr>
          <a:xfrm>
            <a:off x="698048" y="2052851"/>
            <a:ext cx="1667068" cy="12881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7" name="正方形/長方形 26"/>
          <p:cNvSpPr/>
          <p:nvPr/>
        </p:nvSpPr>
        <p:spPr>
          <a:xfrm>
            <a:off x="742003" y="2105364"/>
            <a:ext cx="1552920" cy="3771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Title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755122" y="2552737"/>
            <a:ext cx="1552920" cy="37057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7" name="正方形/長方形 66"/>
          <p:cNvSpPr/>
          <p:nvPr/>
        </p:nvSpPr>
        <p:spPr>
          <a:xfrm>
            <a:off x="755122" y="2998439"/>
            <a:ext cx="1552920" cy="2934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More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2" name="正方形/長方形 31"/>
          <p:cNvSpPr/>
          <p:nvPr/>
        </p:nvSpPr>
        <p:spPr>
          <a:xfrm>
            <a:off x="4787276" y="1743124"/>
            <a:ext cx="721062" cy="174989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Banner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1496867" y="1143631"/>
            <a:ext cx="494243" cy="163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Menu1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52" name="正方形/長方形 51"/>
          <p:cNvSpPr/>
          <p:nvPr/>
        </p:nvSpPr>
        <p:spPr>
          <a:xfrm>
            <a:off x="2941076" y="1134028"/>
            <a:ext cx="494243" cy="163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Menu2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/>
          <p:cNvSpPr/>
          <p:nvPr/>
        </p:nvSpPr>
        <p:spPr>
          <a:xfrm>
            <a:off x="4385286" y="1143631"/>
            <a:ext cx="494243" cy="163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Menu3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54" name="正方形/長方形 53"/>
          <p:cNvSpPr/>
          <p:nvPr/>
        </p:nvSpPr>
        <p:spPr>
          <a:xfrm>
            <a:off x="179143" y="6657292"/>
            <a:ext cx="5865962" cy="2077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56" name="正方形/長方形 55"/>
          <p:cNvSpPr/>
          <p:nvPr/>
        </p:nvSpPr>
        <p:spPr>
          <a:xfrm>
            <a:off x="6296073" y="527118"/>
            <a:ext cx="5380575" cy="1759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60" name="正方形/長方形 59"/>
          <p:cNvSpPr/>
          <p:nvPr/>
        </p:nvSpPr>
        <p:spPr>
          <a:xfrm>
            <a:off x="6576061" y="606364"/>
            <a:ext cx="1481822" cy="1607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4" name="正方形/長方形 63"/>
          <p:cNvSpPr/>
          <p:nvPr/>
        </p:nvSpPr>
        <p:spPr>
          <a:xfrm>
            <a:off x="6609821" y="655175"/>
            <a:ext cx="1379053" cy="802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5" name="正方形/長方形 64"/>
          <p:cNvSpPr/>
          <p:nvPr/>
        </p:nvSpPr>
        <p:spPr>
          <a:xfrm>
            <a:off x="6609820" y="1506413"/>
            <a:ext cx="1379053" cy="629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8" name="正方形/長方形 67"/>
          <p:cNvSpPr/>
          <p:nvPr/>
        </p:nvSpPr>
        <p:spPr>
          <a:xfrm>
            <a:off x="8268648" y="606364"/>
            <a:ext cx="1481822" cy="1607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9" name="正方形/長方形 68"/>
          <p:cNvSpPr/>
          <p:nvPr/>
        </p:nvSpPr>
        <p:spPr>
          <a:xfrm>
            <a:off x="8302408" y="655175"/>
            <a:ext cx="1379053" cy="802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0" name="正方形/長方形 69"/>
          <p:cNvSpPr/>
          <p:nvPr/>
        </p:nvSpPr>
        <p:spPr>
          <a:xfrm>
            <a:off x="8302407" y="1506413"/>
            <a:ext cx="1379053" cy="629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1" name="正方形/長方形 70"/>
          <p:cNvSpPr/>
          <p:nvPr/>
        </p:nvSpPr>
        <p:spPr>
          <a:xfrm>
            <a:off x="9942168" y="606364"/>
            <a:ext cx="1481822" cy="1607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2" name="正方形/長方形 71"/>
          <p:cNvSpPr/>
          <p:nvPr/>
        </p:nvSpPr>
        <p:spPr>
          <a:xfrm>
            <a:off x="9975928" y="655175"/>
            <a:ext cx="1379053" cy="802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3" name="正方形/長方形 72"/>
          <p:cNvSpPr/>
          <p:nvPr/>
        </p:nvSpPr>
        <p:spPr>
          <a:xfrm>
            <a:off x="9975927" y="1506413"/>
            <a:ext cx="1379053" cy="629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74" name="正方形/長方形 73"/>
          <p:cNvSpPr/>
          <p:nvPr/>
        </p:nvSpPr>
        <p:spPr>
          <a:xfrm>
            <a:off x="6180457" y="215660"/>
            <a:ext cx="5650302" cy="63662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90" name="正方形/長方形 89"/>
          <p:cNvSpPr/>
          <p:nvPr/>
        </p:nvSpPr>
        <p:spPr>
          <a:xfrm>
            <a:off x="6029865" y="72237"/>
            <a:ext cx="5865962" cy="2356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1" name="正方形/長方形 100"/>
          <p:cNvSpPr/>
          <p:nvPr/>
        </p:nvSpPr>
        <p:spPr>
          <a:xfrm>
            <a:off x="394748" y="3860390"/>
            <a:ext cx="5380575" cy="2755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03" name="正方形/長方形 102"/>
          <p:cNvSpPr/>
          <p:nvPr/>
        </p:nvSpPr>
        <p:spPr>
          <a:xfrm>
            <a:off x="531066" y="3915678"/>
            <a:ext cx="3320565" cy="2576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11" name="正方形/長方形 110"/>
          <p:cNvSpPr/>
          <p:nvPr/>
        </p:nvSpPr>
        <p:spPr>
          <a:xfrm>
            <a:off x="3946454" y="3915678"/>
            <a:ext cx="1637539" cy="25765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15" name="正方形/長方形 114"/>
          <p:cNvSpPr/>
          <p:nvPr/>
        </p:nvSpPr>
        <p:spPr>
          <a:xfrm>
            <a:off x="6315320" y="2391441"/>
            <a:ext cx="5380575" cy="18429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16" name="正方形/長方形 115"/>
          <p:cNvSpPr/>
          <p:nvPr/>
        </p:nvSpPr>
        <p:spPr>
          <a:xfrm>
            <a:off x="6629068" y="2570796"/>
            <a:ext cx="2261402" cy="144624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17" name="正方形/長方形 116"/>
          <p:cNvSpPr/>
          <p:nvPr/>
        </p:nvSpPr>
        <p:spPr>
          <a:xfrm>
            <a:off x="9041062" y="2570796"/>
            <a:ext cx="2313917" cy="14462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18" name="正方形/長方形 117"/>
          <p:cNvSpPr/>
          <p:nvPr/>
        </p:nvSpPr>
        <p:spPr>
          <a:xfrm>
            <a:off x="6315320" y="6086796"/>
            <a:ext cx="5380575" cy="346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smtClean="0">
                <a:solidFill>
                  <a:schemeClr val="tx1"/>
                </a:solidFill>
              </a:rPr>
              <a:t>Footer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23" name="正方形/長方形 122"/>
          <p:cNvSpPr/>
          <p:nvPr/>
        </p:nvSpPr>
        <p:spPr>
          <a:xfrm>
            <a:off x="6315320" y="4413723"/>
            <a:ext cx="5380575" cy="14981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4" name="正方形/長方形 123"/>
          <p:cNvSpPr/>
          <p:nvPr/>
        </p:nvSpPr>
        <p:spPr>
          <a:xfrm>
            <a:off x="6653505" y="4632960"/>
            <a:ext cx="1011252" cy="9828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Option1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6" name="正方形/長方形 125"/>
          <p:cNvSpPr/>
          <p:nvPr/>
        </p:nvSpPr>
        <p:spPr>
          <a:xfrm>
            <a:off x="8499981" y="4632960"/>
            <a:ext cx="1011252" cy="9828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Option2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7" name="正方形/長方形 126"/>
          <p:cNvSpPr/>
          <p:nvPr/>
        </p:nvSpPr>
        <p:spPr>
          <a:xfrm>
            <a:off x="10264269" y="4663440"/>
            <a:ext cx="1011252" cy="9828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Option3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8" name="正方形/長方形 127"/>
          <p:cNvSpPr/>
          <p:nvPr/>
        </p:nvSpPr>
        <p:spPr>
          <a:xfrm>
            <a:off x="394748" y="1032187"/>
            <a:ext cx="5380575" cy="346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31" name="正方形/長方形 130"/>
          <p:cNvSpPr/>
          <p:nvPr/>
        </p:nvSpPr>
        <p:spPr>
          <a:xfrm>
            <a:off x="4021298" y="4007514"/>
            <a:ext cx="1510579" cy="802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2" name="正方形/長方形 131"/>
          <p:cNvSpPr/>
          <p:nvPr/>
        </p:nvSpPr>
        <p:spPr>
          <a:xfrm>
            <a:off x="741075" y="4014187"/>
            <a:ext cx="2805545" cy="2369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Title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3" name="正方形/長方形 132"/>
          <p:cNvSpPr/>
          <p:nvPr/>
        </p:nvSpPr>
        <p:spPr>
          <a:xfrm>
            <a:off x="741076" y="4289386"/>
            <a:ext cx="2805544" cy="3705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4" name="正方形/長方形 133"/>
          <p:cNvSpPr/>
          <p:nvPr/>
        </p:nvSpPr>
        <p:spPr>
          <a:xfrm>
            <a:off x="741076" y="4731972"/>
            <a:ext cx="1353331" cy="8357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Box1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6" name="正方形/長方形 135"/>
          <p:cNvSpPr/>
          <p:nvPr/>
        </p:nvSpPr>
        <p:spPr>
          <a:xfrm>
            <a:off x="2193290" y="4722741"/>
            <a:ext cx="1353331" cy="8357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Box2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7" name="正方形/長方形 136"/>
          <p:cNvSpPr/>
          <p:nvPr/>
        </p:nvSpPr>
        <p:spPr>
          <a:xfrm>
            <a:off x="741076" y="5620251"/>
            <a:ext cx="1353331" cy="8357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Box3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8" name="正方形/長方形 137"/>
          <p:cNvSpPr/>
          <p:nvPr/>
        </p:nvSpPr>
        <p:spPr>
          <a:xfrm>
            <a:off x="2193290" y="5611020"/>
            <a:ext cx="1353331" cy="8357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Box4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9" name="正方形/長方形 138"/>
          <p:cNvSpPr/>
          <p:nvPr/>
        </p:nvSpPr>
        <p:spPr>
          <a:xfrm>
            <a:off x="4031986" y="4901777"/>
            <a:ext cx="1510579" cy="1544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40" name="正方形/長方形 139"/>
          <p:cNvSpPr/>
          <p:nvPr/>
        </p:nvSpPr>
        <p:spPr>
          <a:xfrm>
            <a:off x="480425" y="39032"/>
            <a:ext cx="2132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/>
              <a:t>min-width</a:t>
            </a:r>
            <a:r>
              <a:rPr lang="en-US" altLang="ko-KR" dirty="0"/>
              <a:t>: </a:t>
            </a:r>
            <a:r>
              <a:rPr lang="en-US" altLang="ko-KR" dirty="0" smtClean="0"/>
              <a:t>1024px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3710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/>
        </p:nvSpPr>
        <p:spPr>
          <a:xfrm>
            <a:off x="502840" y="2034965"/>
            <a:ext cx="1848979" cy="162771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                                    Hero 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" name="正方形/長方形 1"/>
          <p:cNvSpPr/>
          <p:nvPr/>
        </p:nvSpPr>
        <p:spPr>
          <a:xfrm>
            <a:off x="341607" y="820181"/>
            <a:ext cx="2208553" cy="45747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" name="正方形/長方形 7"/>
          <p:cNvSpPr/>
          <p:nvPr/>
        </p:nvSpPr>
        <p:spPr>
          <a:xfrm>
            <a:off x="463683" y="1057710"/>
            <a:ext cx="1977634" cy="346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9" name="正方形/長方形 8"/>
          <p:cNvSpPr/>
          <p:nvPr/>
        </p:nvSpPr>
        <p:spPr>
          <a:xfrm>
            <a:off x="607266" y="1131200"/>
            <a:ext cx="392963" cy="225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Logo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5" name="正方形/長方形 24"/>
          <p:cNvSpPr/>
          <p:nvPr/>
        </p:nvSpPr>
        <p:spPr>
          <a:xfrm>
            <a:off x="1790161" y="1134404"/>
            <a:ext cx="560959" cy="2255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User Info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9" name="正方形/長方形 18"/>
          <p:cNvSpPr/>
          <p:nvPr/>
        </p:nvSpPr>
        <p:spPr>
          <a:xfrm>
            <a:off x="463683" y="1958123"/>
            <a:ext cx="1970368" cy="3167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0" name="正方形/長方形 19"/>
          <p:cNvSpPr/>
          <p:nvPr/>
        </p:nvSpPr>
        <p:spPr>
          <a:xfrm>
            <a:off x="502840" y="3789534"/>
            <a:ext cx="1878171" cy="119394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27" name="正方形/長方形 26"/>
          <p:cNvSpPr/>
          <p:nvPr/>
        </p:nvSpPr>
        <p:spPr>
          <a:xfrm>
            <a:off x="546796" y="3842047"/>
            <a:ext cx="1749568" cy="320519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Title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28" name="正方形/長方形 27"/>
          <p:cNvSpPr/>
          <p:nvPr/>
        </p:nvSpPr>
        <p:spPr>
          <a:xfrm>
            <a:off x="559915" y="4215079"/>
            <a:ext cx="1749568" cy="318848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67" name="正方形/長方形 66"/>
          <p:cNvSpPr/>
          <p:nvPr/>
        </p:nvSpPr>
        <p:spPr>
          <a:xfrm>
            <a:off x="559915" y="4590090"/>
            <a:ext cx="1749568" cy="29342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More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33" name="正方形/長方形 32"/>
          <p:cNvSpPr/>
          <p:nvPr/>
        </p:nvSpPr>
        <p:spPr>
          <a:xfrm>
            <a:off x="556625" y="1576032"/>
            <a:ext cx="494243" cy="163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Menu1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52" name="正方形/長方形 51"/>
          <p:cNvSpPr/>
          <p:nvPr/>
        </p:nvSpPr>
        <p:spPr>
          <a:xfrm>
            <a:off x="1280622" y="1566714"/>
            <a:ext cx="494243" cy="163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Menu2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53" name="正方形/長方形 52"/>
          <p:cNvSpPr/>
          <p:nvPr/>
        </p:nvSpPr>
        <p:spPr>
          <a:xfrm>
            <a:off x="1884760" y="1564742"/>
            <a:ext cx="494243" cy="1635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Menu3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8" name="正方形/長方形 127"/>
          <p:cNvSpPr/>
          <p:nvPr/>
        </p:nvSpPr>
        <p:spPr>
          <a:xfrm>
            <a:off x="470949" y="1484307"/>
            <a:ext cx="1970368" cy="3469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50" name="正方形/長方形 49"/>
          <p:cNvSpPr/>
          <p:nvPr/>
        </p:nvSpPr>
        <p:spPr>
          <a:xfrm>
            <a:off x="6359950" y="195341"/>
            <a:ext cx="2208553" cy="64866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8" name="正方形/長方形 87"/>
          <p:cNvSpPr/>
          <p:nvPr/>
        </p:nvSpPr>
        <p:spPr>
          <a:xfrm>
            <a:off x="6514514" y="634918"/>
            <a:ext cx="1876364" cy="55054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89" name="正方形/長方形 88"/>
          <p:cNvSpPr/>
          <p:nvPr/>
        </p:nvSpPr>
        <p:spPr>
          <a:xfrm>
            <a:off x="6733541" y="714164"/>
            <a:ext cx="1481822" cy="1607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1" name="正方形/長方形 90"/>
          <p:cNvSpPr/>
          <p:nvPr/>
        </p:nvSpPr>
        <p:spPr>
          <a:xfrm>
            <a:off x="6767301" y="762975"/>
            <a:ext cx="1379053" cy="802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2" name="正方形/長方形 91"/>
          <p:cNvSpPr/>
          <p:nvPr/>
        </p:nvSpPr>
        <p:spPr>
          <a:xfrm>
            <a:off x="6767300" y="1614213"/>
            <a:ext cx="1379053" cy="629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3" name="正方形/長方形 92"/>
          <p:cNvSpPr/>
          <p:nvPr/>
        </p:nvSpPr>
        <p:spPr>
          <a:xfrm>
            <a:off x="6735651" y="2515205"/>
            <a:ext cx="1481822" cy="1607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4" name="正方形/長方形 93"/>
          <p:cNvSpPr/>
          <p:nvPr/>
        </p:nvSpPr>
        <p:spPr>
          <a:xfrm>
            <a:off x="6769411" y="2564016"/>
            <a:ext cx="1379053" cy="802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5" name="正方形/長方形 94"/>
          <p:cNvSpPr/>
          <p:nvPr/>
        </p:nvSpPr>
        <p:spPr>
          <a:xfrm>
            <a:off x="6769410" y="3415254"/>
            <a:ext cx="1379053" cy="629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6" name="正方形/長方形 95"/>
          <p:cNvSpPr/>
          <p:nvPr/>
        </p:nvSpPr>
        <p:spPr>
          <a:xfrm>
            <a:off x="6801059" y="4289963"/>
            <a:ext cx="1481822" cy="16074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7" name="正方形/長方形 96"/>
          <p:cNvSpPr/>
          <p:nvPr/>
        </p:nvSpPr>
        <p:spPr>
          <a:xfrm>
            <a:off x="6801060" y="4362191"/>
            <a:ext cx="1379053" cy="8024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8" name="正方形/長方形 97"/>
          <p:cNvSpPr/>
          <p:nvPr/>
        </p:nvSpPr>
        <p:spPr>
          <a:xfrm>
            <a:off x="6801059" y="5213429"/>
            <a:ext cx="1379053" cy="6297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99" name="正方形/長方形 98"/>
          <p:cNvSpPr/>
          <p:nvPr/>
        </p:nvSpPr>
        <p:spPr>
          <a:xfrm>
            <a:off x="9304359" y="637300"/>
            <a:ext cx="2208553" cy="52143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19" name="正方形/長方形 118"/>
          <p:cNvSpPr/>
          <p:nvPr/>
        </p:nvSpPr>
        <p:spPr>
          <a:xfrm>
            <a:off x="9388615" y="933498"/>
            <a:ext cx="1990585" cy="25751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0" name="正方形/長方形 119"/>
          <p:cNvSpPr/>
          <p:nvPr/>
        </p:nvSpPr>
        <p:spPr>
          <a:xfrm>
            <a:off x="9520654" y="1049228"/>
            <a:ext cx="1777266" cy="121992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1" name="正方形/長方形 120"/>
          <p:cNvSpPr/>
          <p:nvPr/>
        </p:nvSpPr>
        <p:spPr>
          <a:xfrm>
            <a:off x="9520655" y="2361906"/>
            <a:ext cx="1777266" cy="984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2" name="正方形/長方形 121"/>
          <p:cNvSpPr/>
          <p:nvPr/>
        </p:nvSpPr>
        <p:spPr>
          <a:xfrm>
            <a:off x="9388615" y="3697560"/>
            <a:ext cx="1990585" cy="12395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25" name="正方形/長方形 124"/>
          <p:cNvSpPr/>
          <p:nvPr/>
        </p:nvSpPr>
        <p:spPr>
          <a:xfrm>
            <a:off x="9485347" y="3892326"/>
            <a:ext cx="530836" cy="7822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Option1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29" name="正方形/長方形 128"/>
          <p:cNvSpPr/>
          <p:nvPr/>
        </p:nvSpPr>
        <p:spPr>
          <a:xfrm>
            <a:off x="10112915" y="3892326"/>
            <a:ext cx="530836" cy="7822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Option2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0" name="正方形/長方形 129"/>
          <p:cNvSpPr/>
          <p:nvPr/>
        </p:nvSpPr>
        <p:spPr>
          <a:xfrm>
            <a:off x="10740483" y="3894052"/>
            <a:ext cx="530836" cy="7822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Option3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35" name="正方形/長方形 134"/>
          <p:cNvSpPr/>
          <p:nvPr/>
        </p:nvSpPr>
        <p:spPr>
          <a:xfrm>
            <a:off x="9383040" y="5042597"/>
            <a:ext cx="1990585" cy="5488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 smtClean="0">
                <a:solidFill>
                  <a:schemeClr val="tx1"/>
                </a:solidFill>
              </a:rPr>
              <a:t>Footer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1" name="正方形/長方形 140"/>
          <p:cNvSpPr/>
          <p:nvPr/>
        </p:nvSpPr>
        <p:spPr>
          <a:xfrm>
            <a:off x="3321363" y="759221"/>
            <a:ext cx="2208553" cy="5230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53" name="正方形/長方形 152"/>
          <p:cNvSpPr/>
          <p:nvPr/>
        </p:nvSpPr>
        <p:spPr>
          <a:xfrm flipV="1">
            <a:off x="3169904" y="5855412"/>
            <a:ext cx="2560336" cy="239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54" name="正方形/長方形 153"/>
          <p:cNvSpPr/>
          <p:nvPr/>
        </p:nvSpPr>
        <p:spPr>
          <a:xfrm>
            <a:off x="3497784" y="1238100"/>
            <a:ext cx="1860975" cy="26429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56" name="正方形/長方形 155"/>
          <p:cNvSpPr/>
          <p:nvPr/>
        </p:nvSpPr>
        <p:spPr>
          <a:xfrm>
            <a:off x="3599632" y="4079847"/>
            <a:ext cx="1666060" cy="6726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Image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57" name="正方形/長方形 156"/>
          <p:cNvSpPr/>
          <p:nvPr/>
        </p:nvSpPr>
        <p:spPr>
          <a:xfrm>
            <a:off x="3599632" y="1372891"/>
            <a:ext cx="1618241" cy="2389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Title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58" name="正方形/長方形 157"/>
          <p:cNvSpPr/>
          <p:nvPr/>
        </p:nvSpPr>
        <p:spPr>
          <a:xfrm>
            <a:off x="3599633" y="1648090"/>
            <a:ext cx="1610974" cy="3342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59" name="正方形/長方形 158"/>
          <p:cNvSpPr/>
          <p:nvPr/>
        </p:nvSpPr>
        <p:spPr>
          <a:xfrm>
            <a:off x="3599633" y="2090676"/>
            <a:ext cx="772709" cy="8357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Box1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60" name="正方形/長方形 159"/>
          <p:cNvSpPr/>
          <p:nvPr/>
        </p:nvSpPr>
        <p:spPr>
          <a:xfrm>
            <a:off x="4472663" y="2086801"/>
            <a:ext cx="772709" cy="8357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Box2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61" name="正方形/長方形 160"/>
          <p:cNvSpPr/>
          <p:nvPr/>
        </p:nvSpPr>
        <p:spPr>
          <a:xfrm>
            <a:off x="3599633" y="2978955"/>
            <a:ext cx="772709" cy="8357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Box3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62" name="正方形/長方形 161"/>
          <p:cNvSpPr/>
          <p:nvPr/>
        </p:nvSpPr>
        <p:spPr>
          <a:xfrm>
            <a:off x="4472663" y="2975080"/>
            <a:ext cx="772709" cy="8357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Box4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63" name="正方形/長方形 162"/>
          <p:cNvSpPr/>
          <p:nvPr/>
        </p:nvSpPr>
        <p:spPr>
          <a:xfrm>
            <a:off x="3599632" y="4835572"/>
            <a:ext cx="1666060" cy="860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600" dirty="0" smtClean="0">
                <a:solidFill>
                  <a:schemeClr val="tx1"/>
                </a:solidFill>
              </a:rPr>
              <a:t>Description</a:t>
            </a:r>
            <a:endParaRPr lang="ko-KR" altLang="en-US" sz="600" dirty="0">
              <a:solidFill>
                <a:schemeClr val="tx1"/>
              </a:solidFill>
            </a:endParaRPr>
          </a:p>
        </p:txBody>
      </p:sp>
      <p:sp>
        <p:nvSpPr>
          <p:cNvPr id="164" name="正方形/長方形 163"/>
          <p:cNvSpPr/>
          <p:nvPr/>
        </p:nvSpPr>
        <p:spPr>
          <a:xfrm>
            <a:off x="3169904" y="602629"/>
            <a:ext cx="2797430" cy="2913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65" name="正方形/長方形 164"/>
          <p:cNvSpPr/>
          <p:nvPr/>
        </p:nvSpPr>
        <p:spPr>
          <a:xfrm flipV="1">
            <a:off x="278911" y="5322188"/>
            <a:ext cx="2558395" cy="1252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66" name="正方形/長方形 165"/>
          <p:cNvSpPr/>
          <p:nvPr/>
        </p:nvSpPr>
        <p:spPr>
          <a:xfrm>
            <a:off x="6209679" y="113483"/>
            <a:ext cx="2797430" cy="2913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67" name="正方形/長方形 166"/>
          <p:cNvSpPr/>
          <p:nvPr/>
        </p:nvSpPr>
        <p:spPr>
          <a:xfrm>
            <a:off x="6042039" y="6429370"/>
            <a:ext cx="2797430" cy="2913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168" name="正方形/長方形 167"/>
          <p:cNvSpPr/>
          <p:nvPr/>
        </p:nvSpPr>
        <p:spPr>
          <a:xfrm>
            <a:off x="8979617" y="438539"/>
            <a:ext cx="2797430" cy="2913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/>
          </a:p>
        </p:txBody>
      </p:sp>
      <p:sp>
        <p:nvSpPr>
          <p:cNvPr id="3" name="正方形/長方形 2"/>
          <p:cNvSpPr/>
          <p:nvPr/>
        </p:nvSpPr>
        <p:spPr>
          <a:xfrm>
            <a:off x="480425" y="84752"/>
            <a:ext cx="20443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max-width: </a:t>
            </a:r>
            <a:r>
              <a:rPr lang="en-US" altLang="ko-KR" dirty="0" smtClean="0"/>
              <a:t>768px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592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71</Words>
  <Application>Microsoft Office PowerPoint</Application>
  <PresentationFormat>ワイド画面</PresentationFormat>
  <Paragraphs>61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ＭＳ Ｐゴシック</vt:lpstr>
      <vt:lpstr>맑은 고딕</vt:lpstr>
      <vt:lpstr>Arial</vt:lpstr>
      <vt:lpstr>Office テーマ</vt:lpstr>
      <vt:lpstr>PowerPoint プレゼンテーション</vt:lpstr>
      <vt:lpstr>PowerPoint プレゼンテーション</vt:lpstr>
    </vt:vector>
  </TitlesOfParts>
  <Company>LG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ChangHo Oh/President/Japan R&amp;D Lab(changho.oh@lge.com)</dc:creator>
  <cp:lastModifiedBy>ChangHo Oh/President/Japan R&amp;D Lab(changho.oh@lge.com)</cp:lastModifiedBy>
  <cp:revision>55</cp:revision>
  <dcterms:created xsi:type="dcterms:W3CDTF">2024-05-28T00:02:05Z</dcterms:created>
  <dcterms:modified xsi:type="dcterms:W3CDTF">2024-07-31T02:39:14Z</dcterms:modified>
</cp:coreProperties>
</file>